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wide_cinematic_digital_concept_office_scene_wit_batch_1.png">    </p:cNvPr>
          <p:cNvPicPr>
            <a:picLocks noChangeAspect="1"/>
          </p:cNvPicPr>
          <p:nvPr/>
        </p:nvPicPr>
        <p:blipFill>
          <a:blip r:embed="rId1"/>
          <a:srcRect l="0" r="0"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03504" y="310896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4D9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PROBLEMA E SOLUÇÃO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594360" y="868680"/>
            <a:ext cx="5394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Ideias boas morrem antes de serem estruturadas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749808" y="2331720"/>
            <a:ext cx="5349240" cy="2057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1900" dirty="0">
                <a:solidFill>
                  <a:srgbClr val="D9E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Empreendedores iniciantes têm dificuldade para organizar riscos, público e concorrência.</a:t>
            </a:r>
            <a:endParaRPr lang="en-US" sz="1900" dirty="0"/>
          </a:p>
          <a:p>
            <a:r>
              <a:rPr lang="en-US" sz="1900" dirty="0">
                <a:solidFill>
                  <a:srgbClr val="D9E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Pesquisa manual exige tempo, método e conhecimento prévio de mercado.</a:t>
            </a:r>
            <a:endParaRPr lang="en-US" sz="1900" dirty="0"/>
          </a:p>
          <a:p>
            <a:r>
              <a:rPr lang="en-US" sz="1900" dirty="0">
                <a:solidFill>
                  <a:srgbClr val="D9E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 IdeaCheck AI transforma uma ideia livre em uma primeira análise objetiva.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594360" y="480060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Resultado esperado: mais clareza para decidir o que validar primeiro.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594360" y="6355080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A2C6"/>
                </a:solidFill>
              </a:rPr>
              <a:t>IdeaCheck AI  •  Slide 1/3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wide_dark_futuristic_tech_illustration_on_a_gr_batch_2.png">    </p:cNvPr>
          <p:cNvPicPr>
            <a:picLocks noChangeAspect="1"/>
          </p:cNvPicPr>
          <p:nvPr/>
        </p:nvPicPr>
        <p:blipFill>
          <a:blip r:embed="rId1"/>
          <a:srcRect l="0" r="0"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03504" y="310896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275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IA COMO PARTE DO PRODUTO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594360" y="868680"/>
            <a:ext cx="5394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análise é gerada por um LLM local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749808" y="2240280"/>
            <a:ext cx="5349240" cy="2057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1900" dirty="0">
                <a:solidFill>
                  <a:srgbClr val="D9E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 usuário envia uma ideia de negócio em linguagem natural.</a:t>
            </a:r>
            <a:endParaRPr lang="en-US" sz="1900" dirty="0"/>
          </a:p>
          <a:p>
            <a:r>
              <a:rPr lang="en-US" sz="1900" dirty="0">
                <a:solidFill>
                  <a:srgbClr val="D9E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rota local do Next.js monta o prompt e chama o Ollama.</a:t>
            </a:r>
            <a:endParaRPr lang="en-US" sz="1900" dirty="0"/>
          </a:p>
          <a:p>
            <a:r>
              <a:rPr lang="en-US" sz="1900" dirty="0">
                <a:solidFill>
                  <a:srgbClr val="D9E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 modelo llama3.2:3b retorna uma análise estruturada em português.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594360" y="4754880"/>
            <a:ext cx="960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4D9E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1554480" y="481888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FC7E8"/>
                </a:solidFill>
              </a:rPr>
              <a:t>Entrada livre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94360" y="5257800"/>
            <a:ext cx="960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A275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1554480" y="532180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FC7E8"/>
                </a:solidFill>
              </a:rPr>
              <a:t>Rota /api/analyze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94360" y="5760720"/>
            <a:ext cx="960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3D17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</a:t>
            </a:r>
            <a:endParaRPr lang="en-US" sz="2400" dirty="0"/>
          </a:p>
        </p:txBody>
      </p:sp>
      <p:sp>
        <p:nvSpPr>
          <p:cNvPr id="11" name="Text 8"/>
          <p:cNvSpPr/>
          <p:nvPr/>
        </p:nvSpPr>
        <p:spPr>
          <a:xfrm>
            <a:off x="1554480" y="582472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FC7E8"/>
                </a:solidFill>
              </a:rPr>
              <a:t>Resposta estruturada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594360" y="6355080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A2C6"/>
                </a:solidFill>
              </a:rPr>
              <a:t>IdeaCheck AI  •  Slide 2/3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polished_high_tech_3d_digital_illustration_re_batch_3.png">    </p:cNvPr>
          <p:cNvPicPr>
            <a:picLocks noChangeAspect="1"/>
          </p:cNvPicPr>
          <p:nvPr/>
        </p:nvPicPr>
        <p:blipFill>
          <a:blip r:embed="rId1"/>
          <a:srcRect l="0" r="0"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03504" y="310896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3D1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VIABILIDADE TÉCNICA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594360" y="868680"/>
            <a:ext cx="5394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MVP local, simples e tecnicamente viável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749808" y="2240280"/>
            <a:ext cx="5349240" cy="2057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1900" dirty="0">
                <a:solidFill>
                  <a:srgbClr val="D9E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Stack consolidada: Next.js, TypeScript e Tailwind CSS.</a:t>
            </a:r>
            <a:endParaRPr lang="en-US" sz="1900" dirty="0"/>
          </a:p>
          <a:p>
            <a:r>
              <a:rPr lang="en-US" sz="1900" dirty="0">
                <a:solidFill>
                  <a:srgbClr val="D9E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Sem deploy, login, banco de dados ou APIs pagas nesta versão.</a:t>
            </a:r>
            <a:endParaRPr lang="en-US" sz="1900" dirty="0"/>
          </a:p>
          <a:p>
            <a:r>
              <a:rPr lang="en-US" sz="1900" dirty="0">
                <a:solidFill>
                  <a:srgbClr val="D9E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Dependência crítica: Ollama instalado, ativo e com modelo baixado.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594360" y="4983480"/>
            <a:ext cx="5440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50" b="1" dirty="0">
                <a:solidFill>
                  <a:srgbClr val="FFFFFF"/>
                </a:solidFill>
              </a:rPr>
              <a:t>Estimativa inicial: alta viabilidade para demonstração acadêmica, com risco moderado no hardware local.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594360" y="6355080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A2C6"/>
                </a:solidFill>
              </a:rPr>
              <a:t>IdeaCheck AI  •  Slide 3/3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IdeaCheck AI — Apresentação</dc:title>
  <dc:subject>Apresentação final do projeto IdeaCheck AI</dc:subject>
  <dc:creator>OpenAI</dc:creator>
  <cp:lastModifiedBy>OpenAI</cp:lastModifiedBy>
  <cp:revision>1</cp:revision>
  <dcterms:created xsi:type="dcterms:W3CDTF">2026-05-29T20:58:50Z</dcterms:created>
  <dcterms:modified xsi:type="dcterms:W3CDTF">2026-05-29T20:58:50Z</dcterms:modified>
</cp:coreProperties>
</file>